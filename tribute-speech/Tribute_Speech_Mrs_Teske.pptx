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5c958ec-47ec-81d7-06b5-3b785861fa5e}">
          <p14:sldIdLst>
            <p14:sldId id="256"/>
          </p14:sldIdLst>
        </p14:section>
        <p14:section name="Body" id="{2d3cb345-79bc-fc8f-30ed-6ae6025bf0a7}">
          <p14:sldIdLst>
            <p14:sldId id="257"/>
            <p14:sldId id="258"/>
            <p14:sldId id="259"/>
            <p14:sldId id="260"/>
          </p14:sldIdLst>
        </p14:section>
        <p14:section name="Conclusion" id="{9ed82e7e-fc3e-e776-b77b-dbb8fbc80aa4}">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Imagine you are stuck on a homework problem. You walk up to the teacher's desk to ask for help. But the second you get there, you figure it out on your own. In Mrs. Teske's class, that happened all the time.
Mrs. Teske was my 7th and 8th grade teacher at St. John's Lutheran School in Buckley. My class only had about ten students, and she taught us almost every subject for two years. My sister had her as a teacher, too, and my brother still goes there.
My 7th and 8th grade teacher, Mrs. Kata Teske, is one of the main reasons I was ready for high school.
She was caring, she was dedicated to getting us ready, and both traits had a big impact on the student I am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1: CARING (part 1)
First, Mrs. Teske was caring. In 7th grade, I was the only boy in my class, but she treated me the same as everyone else, so it never felt weird. She could tell when our whole class was struggling, and she would slow down and explain it in a way that made sense. You could walk up to her desk at any time, and she would explain it until you got it.
[CLICK →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1: CARING (part 2)
She also made class fun. Every day in December, she gave us a treat, and we had a party for every holiday. She told us stories about her family and her past students, and sometimes spelling tests turned into story time.
TRANSITION: Mrs. Teske cared about us, but she also expected a lot from us.
Photo credits (Wikimedia Commons): "Colorful balloons 07" by Ibrahim Husain Meraj, CC BY-SA 4.0. "Seven sorts of cookies red" by WhatamIdoing,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2: DEDICATED
Second, Mrs. Teske was dedicated to getting us ready for high school. She gave us quite a bit of homework, and there were no excuses for late work. Her tests were hard, but she offered extra credit because she wanted us to do well. She just wanted us to earn it. In her class, nobody really thought about slacking off. Working hard was just normal.
TRANSITION: Her caring and her dedication still help me today.
Photo credit (Wikimedia Commons): "Pencil shavings on a notebook" by Angelina Litvin, CC0.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3: IMPACT ON ME
Mrs. Teske helped make me the student I am today. It was not only her, but she was a big part of it. Because she was caring, I am more confident when something is hard. She always took the time to explain things, so I learned I could figure it out if I kept working. Because she was dedicated, I was ready for high school. I was more prepared than a lot of other students, and now I am in advanced classes and in the top ten of my class. Her caring made me feel like I could do it, and her dedication made sure I actually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Mrs. Teske's caring, her dedication, and her impact on me make her one of the most important teachers I have ever had.
Think back to that walk up to her desk. I used to think it was funny that we figured it out as soon as we got there. Now I think she had already taught us how to work through it. We just needed to know she was there.
She showed me that the teachers who expect the most from you are usually the ones who care the most. If you have a teacher like that, do not wait to take it seriously. And if you get the chance, thank them. Mine was Mrs. Teske.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LEFT">
    <p:bg>
      <p:bgPr>
        <a:solidFill>
          <a:srgbClr val="26392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600200"/>
            <a:ext cx="3657600" cy="365760"/>
          </a:xfrm>
          <a:prstGeom prst="rect">
            <a:avLst/>
          </a:prstGeom>
          <a:noFill/>
          <a:ln/>
        </p:spPr>
        <p:txBody>
          <a:bodyPr wrap="square" rtlCol="0"/>
          <a:lstStyle>
            <a:lvl1pPr indent="0" marL="0">
              <a:buNone/>
              <a:defRPr lang="en-US" sz="1600" b="1" spc="400" kern="0"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640080" y="2011680"/>
            <a:ext cx="3657600" cy="91440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640080" y="2971800"/>
            <a:ext cx="3657600" cy="4114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_RIGHT">
    <p:bg>
      <p:bgPr>
        <a:solidFill>
          <a:srgbClr val="26392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663440" y="1280160"/>
            <a:ext cx="3840480" cy="365760"/>
          </a:xfrm>
          <a:prstGeom prst="rect">
            <a:avLst/>
          </a:prstGeom>
          <a:noFill/>
          <a:ln/>
        </p:spPr>
        <p:txBody>
          <a:bodyPr wrap="square" rtlCol="0"/>
          <a:lstStyle>
            <a:lvl1pPr indent="0" marL="0">
              <a:buNone/>
              <a:defRPr lang="en-US" sz="1600" b="1" spc="400" kern="0"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4663440" y="1691640"/>
            <a:ext cx="393192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OP_TITLE">
    <p:bg>
      <p:bgPr>
        <a:solidFill>
          <a:srgbClr val="26392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320040"/>
            <a:ext cx="7863840" cy="320040"/>
          </a:xfrm>
          <a:prstGeom prst="rect">
            <a:avLst/>
          </a:prstGeom>
          <a:noFill/>
          <a:ln/>
        </p:spPr>
        <p:txBody>
          <a:bodyPr wrap="square" rtlCol="0"/>
          <a:lstStyle>
            <a:lvl1pPr indent="0" marL="0">
              <a:buNone/>
              <a:defRPr lang="en-US" sz="1600" b="1" spc="400" kern="0"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640080" y="658368"/>
            <a:ext cx="7863840" cy="685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IDE_TITLE">
    <p:bg>
      <p:bgPr>
        <a:solidFill>
          <a:srgbClr val="2639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3291840" cy="13716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640080" y="2606040"/>
            <a:ext cx="3108960" cy="73152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IDE_TITLE_RIGHT">
    <p:bg>
      <p:bgPr>
        <a:solidFill>
          <a:srgbClr val="2639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394960" y="1097280"/>
            <a:ext cx="3200400" cy="13716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394960" y="2606040"/>
            <a:ext cx="3108960" cy="73152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6.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5.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600200"/>
            <a:ext cx="3657600" cy="365760"/>
          </a:xfrm>
          <a:prstGeom prst="rect">
            <a:avLst/>
          </a:prstGeom>
          <a:noFill/>
          <a:ln/>
        </p:spPr>
        <p:txBody>
          <a:bodyPr wrap="square" lIns="0" tIns="0" rIns="0" bIns="0" rtlCol="0" anchor="b"/>
          <a:lstStyle/>
          <a:p>
            <a:pPr indent="0" marL="0">
              <a:buNone/>
            </a:pPr>
            <a:r>
              <a:rPr lang="en-US" sz="1600" b="1" spc="400" kern="0" dirty="0">
                <a:solidFill>
                  <a:schemeClr val="accent1"/>
                </a:solidFill>
              </a:rPr>
              <a:t>A TRIBUTE TO</a:t>
            </a:r>
            <a:endParaRPr lang="en-US" sz="1600" dirty="0"/>
          </a:p>
        </p:txBody>
      </p:sp>
      <p:sp>
        <p:nvSpPr>
          <p:cNvPr id="3" name="Text 0"/>
          <p:cNvSpPr/>
          <p:nvPr>
            <p:ph idx="101" type="title" hasCustomPrompt="1"/>
          </p:nvPr>
        </p:nvSpPr>
        <p:spPr>
          <a:xfrm>
            <a:off x="640080" y="2011680"/>
            <a:ext cx="3657600" cy="914400"/>
          </a:xfrm>
          <a:prstGeom prst="rect">
            <a:avLst/>
          </a:prstGeom>
          <a:noFill/>
          <a:ln/>
        </p:spPr>
        <p:txBody>
          <a:bodyPr wrap="square" lIns="0" tIns="0" rIns="0" bIns="0" rtlCol="0" anchor="t"/>
          <a:lstStyle/>
          <a:p>
            <a:pPr algn="l" indent="0" marL="0">
              <a:buNone/>
            </a:pPr>
            <a:r>
              <a:rPr lang="en-US" sz="4600" b="1" dirty="0">
                <a:solidFill>
                  <a:schemeClr val="bg1"/>
                </a:solidFill>
              </a:rPr>
              <a:t>Mrs. Teske</a:t>
            </a:r>
            <a:endParaRPr lang="en-US" sz="4600" dirty="0"/>
          </a:p>
        </p:txBody>
      </p:sp>
      <p:sp>
        <p:nvSpPr>
          <p:cNvPr id="4" name="Text 0"/>
          <p:cNvSpPr/>
          <p:nvPr>
            <p:ph idx="102" type="body" hasCustomPrompt="1"/>
          </p:nvPr>
        </p:nvSpPr>
        <p:spPr>
          <a:xfrm>
            <a:off x="640080" y="2971800"/>
            <a:ext cx="3657600" cy="411480"/>
          </a:xfrm>
          <a:prstGeom prst="rect">
            <a:avLst/>
          </a:prstGeom>
          <a:noFill/>
          <a:ln/>
        </p:spPr>
        <p:txBody>
          <a:bodyPr wrap="square" lIns="0" tIns="0" rIns="0" bIns="0" rtlCol="0" anchor="t"/>
          <a:lstStyle/>
          <a:p>
            <a:pPr indent="0" marL="0">
              <a:buNone/>
            </a:pPr>
            <a:r>
              <a:rPr lang="en-US" sz="1800" dirty="0">
                <a:solidFill>
                  <a:schemeClr val="bg2"/>
                </a:solidFill>
              </a:rPr>
              <a:t>7th &amp; 8th Grade Teacher</a:t>
            </a:r>
            <a:endParaRPr lang="en-US" sz="1800" dirty="0"/>
          </a:p>
        </p:txBody>
      </p:sp>
      <p:sp>
        <p:nvSpPr>
          <p:cNvPr id="5" name="Teske frame"/>
          <p:cNvSpPr/>
          <p:nvPr/>
        </p:nvSpPr>
        <p:spPr>
          <a:xfrm rot="-180000">
            <a:off x="4480560" y="1110996"/>
            <a:ext cx="2103120" cy="2807208"/>
          </a:xfrm>
          <a:prstGeom prst="rect">
            <a:avLst/>
          </a:prstGeom>
          <a:solidFill>
            <a:schemeClr val="bg1"/>
          </a:solidFill>
          <a:ln/>
          <a:effectLst>
            <a:outerShdw sx="100000" sy="100000" kx="0" ky="0" algn="bl" rotWithShape="0" blurRad="101600" dist="38100" dir="5400000">
              <a:srgbClr val="000000">
                <a:alpha val="40000"/>
              </a:srgbClr>
            </a:outerShdw>
          </a:effectLst>
        </p:spPr>
      </p:sp>
      <p:pic>
        <p:nvPicPr>
          <p:cNvPr id="6" name="Teske photo" descr="Mrs. Teske (yearbook, school website, or Facebook)">    </p:cNvPr>
          <p:cNvPicPr>
            <a:picLocks noChangeAspect="1"/>
          </p:cNvPicPr>
          <p:nvPr/>
        </p:nvPicPr>
        <p:blipFill>
          <a:blip r:embed="rId1"/>
          <a:stretch>
            <a:fillRect/>
          </a:stretch>
        </p:blipFill>
        <p:spPr>
          <a:xfrm rot="-180000">
            <a:off x="4581195" y="1220962"/>
            <a:ext cx="1883664" cy="2240280"/>
          </a:xfrm>
          <a:prstGeom prst="rect">
            <a:avLst/>
          </a:prstGeom>
        </p:spPr>
      </p:pic>
      <p:sp>
        <p:nvSpPr>
          <p:cNvPr id="7" name="Teske caption"/>
          <p:cNvSpPr txBox="1"/>
          <p:nvPr/>
        </p:nvSpPr>
        <p:spPr>
          <a:xfrm rot="-180000">
            <a:off x="4651783" y="3459394"/>
            <a:ext cx="1883664" cy="457200"/>
          </a:xfrm>
          <a:prstGeom prst="rect">
            <a:avLst/>
          </a:prstGeom>
          <a:noFill/>
          <a:ln/>
        </p:spPr>
        <p:txBody>
          <a:bodyPr wrap="square" lIns="0" tIns="0" rIns="0" bIns="0" rtlCol="0" anchor="ctr"/>
          <a:lstStyle/>
          <a:p>
            <a:pPr algn="ctr" indent="0" marL="0">
              <a:buNone/>
            </a:pPr>
            <a:r>
              <a:rPr lang="en-US" sz="1400" i="1" dirty="0">
                <a:solidFill>
                  <a:schemeClr val="tx1"/>
                </a:solidFill>
                <a:latin typeface="Cambria" pitchFamily="34" charset="0"/>
                <a:ea typeface="Cambria" pitchFamily="34" charset="-122"/>
                <a:cs typeface="Cambria" pitchFamily="34" charset="-120"/>
              </a:rPr>
              <a:t>Mrs. Teske</a:t>
            </a:r>
            <a:endParaRPr lang="en-US" sz="1400" dirty="0"/>
          </a:p>
        </p:txBody>
      </p:sp>
      <p:sp>
        <p:nvSpPr>
          <p:cNvPr id="8" name="School frame"/>
          <p:cNvSpPr/>
          <p:nvPr/>
        </p:nvSpPr>
        <p:spPr>
          <a:xfrm rot="240000">
            <a:off x="6537960" y="2093976"/>
            <a:ext cx="2103120" cy="1847088"/>
          </a:xfrm>
          <a:prstGeom prst="rect">
            <a:avLst/>
          </a:prstGeom>
          <a:solidFill>
            <a:schemeClr val="bg1"/>
          </a:solidFill>
          <a:ln/>
          <a:effectLst>
            <a:outerShdw sx="100000" sy="100000" kx="0" ky="0" algn="bl" rotWithShape="0" blurRad="101600" dist="38100" dir="5400000">
              <a:srgbClr val="000000">
                <a:alpha val="40000"/>
              </a:srgbClr>
            </a:outerShdw>
          </a:effectLst>
        </p:spPr>
      </p:sp>
      <p:pic>
        <p:nvPicPr>
          <p:cNvPr id="9" name="School photo" descr="St. John's Lutheran building or sign">    </p:cNvPr>
          <p:cNvPicPr>
            <a:picLocks noChangeAspect="1"/>
          </p:cNvPicPr>
          <p:nvPr/>
        </p:nvPicPr>
        <p:blipFill>
          <a:blip r:embed="rId2"/>
          <a:stretch>
            <a:fillRect/>
          </a:stretch>
        </p:blipFill>
        <p:spPr>
          <a:xfrm rot="240000">
            <a:off x="6659807" y="2204127"/>
            <a:ext cx="1883664" cy="1280160"/>
          </a:xfrm>
          <a:prstGeom prst="rect">
            <a:avLst/>
          </a:prstGeom>
        </p:spPr>
      </p:pic>
      <p:sp>
        <p:nvSpPr>
          <p:cNvPr id="10" name="School caption"/>
          <p:cNvSpPr txBox="1"/>
          <p:nvPr/>
        </p:nvSpPr>
        <p:spPr>
          <a:xfrm rot="240000">
            <a:off x="6599211" y="3482171"/>
            <a:ext cx="1883664" cy="457200"/>
          </a:xfrm>
          <a:prstGeom prst="rect">
            <a:avLst/>
          </a:prstGeom>
          <a:noFill/>
          <a:ln/>
        </p:spPr>
        <p:txBody>
          <a:bodyPr wrap="square" lIns="0" tIns="0" rIns="0" bIns="0" rtlCol="0" anchor="ctr"/>
          <a:lstStyle/>
          <a:p>
            <a:pPr algn="ctr" indent="0" marL="0">
              <a:buNone/>
            </a:pPr>
            <a:r>
              <a:rPr lang="en-US" sz="1100" i="1" dirty="0">
                <a:solidFill>
                  <a:schemeClr val="tx1"/>
                </a:solidFill>
                <a:latin typeface="Cambria" pitchFamily="34" charset="0"/>
                <a:ea typeface="Cambria" pitchFamily="34" charset="-122"/>
                <a:cs typeface="Cambria" pitchFamily="34" charset="-120"/>
              </a:rPr>
              <a:t>St. John's Lutheran School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3291840" cy="1371600"/>
          </a:xfrm>
          <a:prstGeom prst="rect">
            <a:avLst/>
          </a:prstGeom>
          <a:noFill/>
          <a:ln/>
        </p:spPr>
        <p:txBody>
          <a:bodyPr wrap="square" lIns="0" tIns="0" rIns="0" bIns="0" rtlCol="0" anchor="b"/>
          <a:lstStyle/>
          <a:p>
            <a:pPr algn="l" indent="0" marL="0">
              <a:buNone/>
            </a:pPr>
            <a:r>
              <a:rPr lang="en-US" sz="3600" b="1" dirty="0">
                <a:solidFill>
                  <a:schemeClr val="bg1"/>
                </a:solidFill>
              </a:rPr>
              <a:t>Caring</a:t>
            </a:r>
            <a:endParaRPr lang="en-US" sz="3600" dirty="0"/>
          </a:p>
        </p:txBody>
      </p:sp>
      <p:sp>
        <p:nvSpPr>
          <p:cNvPr id="3" name="Text 0"/>
          <p:cNvSpPr/>
          <p:nvPr>
            <p:ph idx="101" type="body" hasCustomPrompt="1"/>
          </p:nvPr>
        </p:nvSpPr>
        <p:spPr>
          <a:xfrm>
            <a:off x="640080" y="2606040"/>
            <a:ext cx="3108960" cy="731520"/>
          </a:xfrm>
          <a:prstGeom prst="rect">
            <a:avLst/>
          </a:prstGeom>
          <a:noFill/>
          <a:ln/>
        </p:spPr>
        <p:txBody>
          <a:bodyPr wrap="square" lIns="0" tIns="0" rIns="0" bIns="0" rtlCol="0" anchor="t"/>
          <a:lstStyle/>
          <a:p>
            <a:pPr indent="0" marL="0">
              <a:buNone/>
            </a:pPr>
            <a:r>
              <a:rPr lang="en-US" sz="1800" dirty="0">
                <a:solidFill>
                  <a:schemeClr val="accent1"/>
                </a:solidFill>
              </a:rPr>
              <a:t>Always There to Help</a:t>
            </a:r>
            <a:endParaRPr lang="en-US" sz="1800" dirty="0"/>
          </a:p>
        </p:txBody>
      </p:sp>
      <p:sp>
        <p:nvSpPr>
          <p:cNvPr id="4" name="Class frame"/>
          <p:cNvSpPr/>
          <p:nvPr/>
        </p:nvSpPr>
        <p:spPr>
          <a:xfrm rot="120000">
            <a:off x="4114800" y="790956"/>
            <a:ext cx="4297680" cy="3630168"/>
          </a:xfrm>
          <a:prstGeom prst="rect">
            <a:avLst/>
          </a:prstGeom>
          <a:solidFill>
            <a:schemeClr val="bg1"/>
          </a:solidFill>
          <a:ln/>
          <a:effectLst>
            <a:outerShdw sx="100000" sy="100000" kx="0" ky="0" algn="bl" rotWithShape="0" blurRad="101600" dist="38100" dir="5400000">
              <a:srgbClr val="000000">
                <a:alpha val="40000"/>
              </a:srgbClr>
            </a:outerShdw>
          </a:effectLst>
        </p:spPr>
      </p:sp>
      <p:pic>
        <p:nvPicPr>
          <p:cNvPr id="5" name="Class photo" descr="Mrs. Teske with your class">    </p:cNvPr>
          <p:cNvPicPr>
            <a:picLocks noChangeAspect="1"/>
          </p:cNvPicPr>
          <p:nvPr/>
        </p:nvPicPr>
        <p:blipFill>
          <a:blip r:embed="rId1"/>
          <a:stretch>
            <a:fillRect/>
          </a:stretch>
        </p:blipFill>
        <p:spPr>
          <a:xfrm rot="120000">
            <a:off x="4230591" y="900790"/>
            <a:ext cx="4078224" cy="3063240"/>
          </a:xfrm>
          <a:prstGeom prst="rect">
            <a:avLst/>
          </a:prstGeom>
        </p:spPr>
      </p:pic>
      <p:sp>
        <p:nvSpPr>
          <p:cNvPr id="6" name="Class caption"/>
          <p:cNvSpPr txBox="1"/>
          <p:nvPr/>
        </p:nvSpPr>
        <p:spPr>
          <a:xfrm rot="120000">
            <a:off x="4169161" y="3962958"/>
            <a:ext cx="4078224" cy="457200"/>
          </a:xfrm>
          <a:prstGeom prst="rect">
            <a:avLst/>
          </a:prstGeom>
          <a:noFill/>
          <a:ln/>
        </p:spPr>
        <p:txBody>
          <a:bodyPr wrap="square" lIns="0" tIns="0" rIns="0" bIns="0" rtlCol="0" anchor="ctr"/>
          <a:lstStyle/>
          <a:p>
            <a:pPr algn="ctr" indent="0" marL="0">
              <a:buNone/>
            </a:pPr>
            <a:r>
              <a:rPr lang="en-US" sz="1400" i="1" dirty="0">
                <a:solidFill>
                  <a:schemeClr val="tx1"/>
                </a:solidFill>
                <a:latin typeface="Cambria" pitchFamily="34" charset="0"/>
                <a:ea typeface="Cambria" pitchFamily="34" charset="-122"/>
                <a:cs typeface="Cambria" pitchFamily="34" charset="-120"/>
              </a:rPr>
              <a:t>Our Class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320040"/>
            <a:ext cx="7863840" cy="320040"/>
          </a:xfrm>
          <a:prstGeom prst="rect">
            <a:avLst/>
          </a:prstGeom>
          <a:noFill/>
          <a:ln/>
        </p:spPr>
        <p:txBody>
          <a:bodyPr wrap="square" lIns="0" tIns="0" rIns="0" bIns="0" rtlCol="0" anchor="b"/>
          <a:lstStyle/>
          <a:p>
            <a:pPr indent="0" marL="0">
              <a:buNone/>
            </a:pPr>
            <a:r>
              <a:rPr lang="en-US" sz="1600" b="1" spc="400" kern="0" dirty="0">
                <a:solidFill>
                  <a:schemeClr val="accent1"/>
                </a:solidFill>
              </a:rPr>
              <a:t>MADE CLASS FUN</a:t>
            </a:r>
            <a:endParaRPr lang="en-US" sz="1600" dirty="0"/>
          </a:p>
        </p:txBody>
      </p:sp>
      <p:sp>
        <p:nvSpPr>
          <p:cNvPr id="3" name="Text 0"/>
          <p:cNvSpPr/>
          <p:nvPr>
            <p:ph idx="101" type="title" hasCustomPrompt="1"/>
          </p:nvPr>
        </p:nvSpPr>
        <p:spPr>
          <a:xfrm>
            <a:off x="640080" y="658368"/>
            <a:ext cx="7863840" cy="685800"/>
          </a:xfrm>
          <a:prstGeom prst="rect">
            <a:avLst/>
          </a:prstGeom>
          <a:noFill/>
          <a:ln/>
        </p:spPr>
        <p:txBody>
          <a:bodyPr wrap="square" lIns="0" tIns="0" rIns="0" bIns="0" rtlCol="0" anchor="t"/>
          <a:lstStyle/>
          <a:p>
            <a:pPr algn="l" indent="0" marL="0">
              <a:buNone/>
            </a:pPr>
            <a:r>
              <a:rPr lang="en-US" sz="4000" b="1" dirty="0">
                <a:solidFill>
                  <a:schemeClr val="bg1"/>
                </a:solidFill>
              </a:rPr>
              <a:t>Caring</a:t>
            </a:r>
            <a:endParaRPr lang="en-US" sz="4000" dirty="0"/>
          </a:p>
        </p:txBody>
      </p:sp>
      <p:sp>
        <p:nvSpPr>
          <p:cNvPr id="4" name="Parties frame"/>
          <p:cNvSpPr/>
          <p:nvPr/>
        </p:nvSpPr>
        <p:spPr>
          <a:xfrm rot="-180000">
            <a:off x="1280160" y="1705356"/>
            <a:ext cx="3017520" cy="2898648"/>
          </a:xfrm>
          <a:prstGeom prst="rect">
            <a:avLst/>
          </a:prstGeom>
          <a:solidFill>
            <a:schemeClr val="bg1"/>
          </a:solidFill>
          <a:ln/>
          <a:effectLst>
            <a:outerShdw sx="100000" sy="100000" kx="0" ky="0" algn="bl" rotWithShape="0" blurRad="101600" dist="38100" dir="5400000">
              <a:srgbClr val="000000">
                <a:alpha val="40000"/>
              </a:srgbClr>
            </a:outerShdw>
          </a:effectLst>
        </p:spPr>
      </p:sp>
      <p:pic>
        <p:nvPicPr>
          <p:cNvPr id="5" name="Parties photo" descr="Balloons or a holiday party">    </p:cNvPr>
          <p:cNvPicPr>
            <a:picLocks noChangeAspect="1"/>
          </p:cNvPicPr>
          <p:nvPr/>
        </p:nvPicPr>
        <p:blipFill>
          <a:blip r:embed="rId1"/>
          <a:stretch>
            <a:fillRect/>
          </a:stretch>
        </p:blipFill>
        <p:spPr>
          <a:xfrm rot="-180000">
            <a:off x="1380795" y="1815322"/>
            <a:ext cx="2798064" cy="2331720"/>
          </a:xfrm>
          <a:prstGeom prst="rect">
            <a:avLst/>
          </a:prstGeom>
        </p:spPr>
      </p:pic>
      <p:sp>
        <p:nvSpPr>
          <p:cNvPr id="6" name="Parties caption"/>
          <p:cNvSpPr txBox="1"/>
          <p:nvPr/>
        </p:nvSpPr>
        <p:spPr>
          <a:xfrm rot="-180000">
            <a:off x="1453776" y="4145131"/>
            <a:ext cx="2798064" cy="457200"/>
          </a:xfrm>
          <a:prstGeom prst="rect">
            <a:avLst/>
          </a:prstGeom>
          <a:noFill/>
          <a:ln/>
        </p:spPr>
        <p:txBody>
          <a:bodyPr wrap="square" lIns="0" tIns="0" rIns="0" bIns="0" rtlCol="0" anchor="ctr"/>
          <a:lstStyle/>
          <a:p>
            <a:pPr algn="ctr" indent="0" marL="0">
              <a:buNone/>
            </a:pPr>
            <a:r>
              <a:rPr lang="en-US" sz="1400" i="1" dirty="0">
                <a:solidFill>
                  <a:schemeClr val="tx1"/>
                </a:solidFill>
                <a:latin typeface="Cambria" pitchFamily="34" charset="0"/>
                <a:ea typeface="Cambria" pitchFamily="34" charset="-122"/>
                <a:cs typeface="Cambria" pitchFamily="34" charset="-120"/>
              </a:rPr>
              <a:t>Holiday Parties</a:t>
            </a:r>
            <a:endParaRPr lang="en-US" sz="1400" dirty="0"/>
          </a:p>
        </p:txBody>
      </p:sp>
      <p:sp>
        <p:nvSpPr>
          <p:cNvPr id="7" name="Treats frame"/>
          <p:cNvSpPr/>
          <p:nvPr/>
        </p:nvSpPr>
        <p:spPr>
          <a:xfrm rot="120000">
            <a:off x="4846320" y="1705356"/>
            <a:ext cx="3017520" cy="2898648"/>
          </a:xfrm>
          <a:prstGeom prst="rect">
            <a:avLst/>
          </a:prstGeom>
          <a:solidFill>
            <a:schemeClr val="bg1"/>
          </a:solidFill>
          <a:ln/>
          <a:effectLst>
            <a:outerShdw sx="100000" sy="100000" kx="0" ky="0" algn="bl" rotWithShape="0" blurRad="101600" dist="38100" dir="5400000">
              <a:srgbClr val="000000">
                <a:alpha val="40000"/>
              </a:srgbClr>
            </a:outerShdw>
          </a:effectLst>
        </p:spPr>
      </p:sp>
      <p:pic>
        <p:nvPicPr>
          <p:cNvPr id="8" name="Treats photo" descr="Christmas cookies or treats">    </p:cNvPr>
          <p:cNvPicPr>
            <a:picLocks noChangeAspect="1"/>
          </p:cNvPicPr>
          <p:nvPr/>
        </p:nvPicPr>
        <p:blipFill>
          <a:blip r:embed="rId2"/>
          <a:stretch>
            <a:fillRect/>
          </a:stretch>
        </p:blipFill>
        <p:spPr>
          <a:xfrm rot="120000">
            <a:off x="4962111" y="1815190"/>
            <a:ext cx="2798064" cy="2331720"/>
          </a:xfrm>
          <a:prstGeom prst="rect">
            <a:avLst/>
          </a:prstGeom>
        </p:spPr>
      </p:pic>
      <p:sp>
        <p:nvSpPr>
          <p:cNvPr id="9" name="Treats caption"/>
          <p:cNvSpPr txBox="1"/>
          <p:nvPr/>
        </p:nvSpPr>
        <p:spPr>
          <a:xfrm rot="120000">
            <a:off x="4913445" y="4146060"/>
            <a:ext cx="2798064" cy="457200"/>
          </a:xfrm>
          <a:prstGeom prst="rect">
            <a:avLst/>
          </a:prstGeom>
          <a:noFill/>
          <a:ln/>
        </p:spPr>
        <p:txBody>
          <a:bodyPr wrap="square" lIns="0" tIns="0" rIns="0" bIns="0" rtlCol="0" anchor="ctr"/>
          <a:lstStyle/>
          <a:p>
            <a:pPr algn="ctr" indent="0" marL="0">
              <a:buNone/>
            </a:pPr>
            <a:r>
              <a:rPr lang="en-US" sz="1400" i="1" dirty="0">
                <a:solidFill>
                  <a:schemeClr val="tx1"/>
                </a:solidFill>
                <a:latin typeface="Cambria" pitchFamily="34" charset="0"/>
                <a:ea typeface="Cambria" pitchFamily="34" charset="-122"/>
                <a:cs typeface="Cambria" pitchFamily="34" charset="-120"/>
              </a:rPr>
              <a:t>December Treats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394960" y="1097280"/>
            <a:ext cx="3200400" cy="1371600"/>
          </a:xfrm>
          <a:prstGeom prst="rect">
            <a:avLst/>
          </a:prstGeom>
          <a:noFill/>
          <a:ln/>
        </p:spPr>
        <p:txBody>
          <a:bodyPr wrap="square" lIns="0" tIns="0" rIns="0" bIns="0" rtlCol="0" anchor="b"/>
          <a:lstStyle/>
          <a:p>
            <a:pPr algn="l" indent="0" marL="0">
              <a:buNone/>
            </a:pPr>
            <a:r>
              <a:rPr lang="en-US" sz="3600" b="1" dirty="0">
                <a:solidFill>
                  <a:schemeClr val="bg1"/>
                </a:solidFill>
              </a:rPr>
              <a:t>Dedicated</a:t>
            </a:r>
            <a:endParaRPr lang="en-US" sz="3600" dirty="0"/>
          </a:p>
        </p:txBody>
      </p:sp>
      <p:sp>
        <p:nvSpPr>
          <p:cNvPr id="3" name="Text 0"/>
          <p:cNvSpPr/>
          <p:nvPr>
            <p:ph idx="101" type="body" hasCustomPrompt="1"/>
          </p:nvPr>
        </p:nvSpPr>
        <p:spPr>
          <a:xfrm>
            <a:off x="5394960" y="2606040"/>
            <a:ext cx="3108960" cy="731520"/>
          </a:xfrm>
          <a:prstGeom prst="rect">
            <a:avLst/>
          </a:prstGeom>
          <a:noFill/>
          <a:ln/>
        </p:spPr>
        <p:txBody>
          <a:bodyPr wrap="square" lIns="0" tIns="0" rIns="0" bIns="0" rtlCol="0" anchor="t"/>
          <a:lstStyle/>
          <a:p>
            <a:pPr indent="0" marL="0">
              <a:buNone/>
            </a:pPr>
            <a:r>
              <a:rPr lang="en-US" sz="1800" dirty="0">
                <a:solidFill>
                  <a:schemeClr val="accent1"/>
                </a:solidFill>
              </a:rPr>
              <a:t>High Expectations</a:t>
            </a:r>
            <a:endParaRPr lang="en-US" sz="1800" dirty="0"/>
          </a:p>
        </p:txBody>
      </p:sp>
      <p:sp>
        <p:nvSpPr>
          <p:cNvPr id="4" name="Homework frame"/>
          <p:cNvSpPr/>
          <p:nvPr/>
        </p:nvSpPr>
        <p:spPr>
          <a:xfrm rot="-120000">
            <a:off x="731520" y="790956"/>
            <a:ext cx="4297680" cy="3630168"/>
          </a:xfrm>
          <a:prstGeom prst="rect">
            <a:avLst/>
          </a:prstGeom>
          <a:solidFill>
            <a:schemeClr val="bg1"/>
          </a:solidFill>
          <a:ln/>
          <a:effectLst>
            <a:outerShdw sx="100000" sy="100000" kx="0" ky="0" algn="bl" rotWithShape="0" blurRad="101600" dist="38100" dir="5400000">
              <a:srgbClr val="000000">
                <a:alpha val="40000"/>
              </a:srgbClr>
            </a:outerShdw>
          </a:effectLst>
        </p:spPr>
      </p:sp>
      <p:pic>
        <p:nvPicPr>
          <p:cNvPr id="5" name="Homework photo" descr="Pencil and notebook (homework)">    </p:cNvPr>
          <p:cNvPicPr>
            <a:picLocks noChangeAspect="1"/>
          </p:cNvPicPr>
          <p:nvPr/>
        </p:nvPicPr>
        <p:blipFill>
          <a:blip r:embed="rId1"/>
          <a:stretch>
            <a:fillRect/>
          </a:stretch>
        </p:blipFill>
        <p:spPr>
          <a:xfrm rot="-120000">
            <a:off x="835185" y="900790"/>
            <a:ext cx="4078224" cy="3063240"/>
          </a:xfrm>
          <a:prstGeom prst="rect">
            <a:avLst/>
          </a:prstGeom>
        </p:spPr>
      </p:pic>
      <p:sp>
        <p:nvSpPr>
          <p:cNvPr id="6" name="Homework caption"/>
          <p:cNvSpPr txBox="1"/>
          <p:nvPr/>
        </p:nvSpPr>
        <p:spPr>
          <a:xfrm rot="-120000">
            <a:off x="896615" y="3962958"/>
            <a:ext cx="4078224" cy="457200"/>
          </a:xfrm>
          <a:prstGeom prst="rect">
            <a:avLst/>
          </a:prstGeom>
          <a:noFill/>
          <a:ln/>
        </p:spPr>
        <p:txBody>
          <a:bodyPr wrap="square" lIns="0" tIns="0" rIns="0" bIns="0" rtlCol="0" anchor="ctr"/>
          <a:lstStyle/>
          <a:p>
            <a:pPr algn="ctr" indent="0" marL="0">
              <a:buNone/>
            </a:pPr>
            <a:r>
              <a:rPr lang="en-US" sz="1400" i="1" dirty="0">
                <a:solidFill>
                  <a:schemeClr val="tx1"/>
                </a:solidFill>
                <a:latin typeface="Cambria" pitchFamily="34" charset="0"/>
                <a:ea typeface="Cambria" pitchFamily="34" charset="-122"/>
                <a:cs typeface="Cambria" pitchFamily="34" charset="-120"/>
              </a:rPr>
              <a:t>Homework &amp; Hard Tests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3291840" cy="1371600"/>
          </a:xfrm>
          <a:prstGeom prst="rect">
            <a:avLst/>
          </a:prstGeom>
          <a:noFill/>
          <a:ln/>
        </p:spPr>
        <p:txBody>
          <a:bodyPr wrap="square" lIns="0" tIns="0" rIns="0" bIns="0" rtlCol="0" anchor="b"/>
          <a:lstStyle/>
          <a:p>
            <a:pPr algn="l" indent="0" marL="0">
              <a:buNone/>
            </a:pPr>
            <a:r>
              <a:rPr lang="en-US" sz="3600" b="1" dirty="0">
                <a:solidFill>
                  <a:schemeClr val="bg1"/>
                </a:solidFill>
              </a:rPr>
              <a:t>Ready for High School</a:t>
            </a:r>
            <a:endParaRPr lang="en-US" sz="3600" dirty="0"/>
          </a:p>
        </p:txBody>
      </p:sp>
      <p:sp>
        <p:nvSpPr>
          <p:cNvPr id="3" name="Text 0"/>
          <p:cNvSpPr/>
          <p:nvPr>
            <p:ph idx="101" type="body" hasCustomPrompt="1"/>
          </p:nvPr>
        </p:nvSpPr>
        <p:spPr>
          <a:xfrm>
            <a:off x="640080" y="2606040"/>
            <a:ext cx="3108960" cy="731520"/>
          </a:xfrm>
          <a:prstGeom prst="rect">
            <a:avLst/>
          </a:prstGeom>
          <a:noFill/>
          <a:ln/>
        </p:spPr>
        <p:txBody>
          <a:bodyPr wrap="square" lIns="0" tIns="0" rIns="0" bIns="0" rtlCol="0" anchor="t"/>
          <a:lstStyle/>
          <a:p>
            <a:pPr indent="0" marL="0">
              <a:buNone/>
            </a:pPr>
            <a:r>
              <a:rPr lang="en-US" sz="1800" dirty="0">
                <a:solidFill>
                  <a:schemeClr val="accent1"/>
                </a:solidFill>
              </a:rPr>
              <a:t>Made Me the Student I Am</a:t>
            </a:r>
            <a:endParaRPr lang="en-US" sz="1800" dirty="0"/>
          </a:p>
        </p:txBody>
      </p:sp>
      <p:sp>
        <p:nvSpPr>
          <p:cNvPr id="4" name="Graduation frame"/>
          <p:cNvSpPr/>
          <p:nvPr/>
        </p:nvSpPr>
        <p:spPr>
          <a:xfrm rot="-180000">
            <a:off x="4206240" y="1019556"/>
            <a:ext cx="2103120" cy="3172968"/>
          </a:xfrm>
          <a:prstGeom prst="rect">
            <a:avLst/>
          </a:prstGeom>
          <a:solidFill>
            <a:schemeClr val="bg1"/>
          </a:solidFill>
          <a:ln/>
          <a:effectLst>
            <a:outerShdw sx="100000" sy="100000" kx="0" ky="0" algn="bl" rotWithShape="0" blurRad="101600" dist="38100" dir="5400000">
              <a:srgbClr val="000000">
                <a:alpha val="40000"/>
              </a:srgbClr>
            </a:outerShdw>
          </a:effectLst>
        </p:spPr>
      </p:sp>
      <p:pic>
        <p:nvPicPr>
          <p:cNvPr id="5" name="Graduation photo" descr="8th grade graduation (with her if you can)">    </p:cNvPr>
          <p:cNvPicPr>
            <a:picLocks noChangeAspect="1"/>
          </p:cNvPicPr>
          <p:nvPr/>
        </p:nvPicPr>
        <p:blipFill>
          <a:blip r:embed="rId1"/>
          <a:stretch>
            <a:fillRect/>
          </a:stretch>
        </p:blipFill>
        <p:spPr>
          <a:xfrm rot="-180000">
            <a:off x="4306875" y="1129522"/>
            <a:ext cx="1883664" cy="2606040"/>
          </a:xfrm>
          <a:prstGeom prst="rect">
            <a:avLst/>
          </a:prstGeom>
        </p:spPr>
      </p:pic>
      <p:sp>
        <p:nvSpPr>
          <p:cNvPr id="6" name="Graduation caption"/>
          <p:cNvSpPr txBox="1"/>
          <p:nvPr/>
        </p:nvSpPr>
        <p:spPr>
          <a:xfrm rot="-180000">
            <a:off x="4387034" y="3733463"/>
            <a:ext cx="1883664" cy="457200"/>
          </a:xfrm>
          <a:prstGeom prst="rect">
            <a:avLst/>
          </a:prstGeom>
          <a:noFill/>
          <a:ln/>
        </p:spPr>
        <p:txBody>
          <a:bodyPr wrap="square" lIns="0" tIns="0" rIns="0" bIns="0" rtlCol="0" anchor="ctr"/>
          <a:lstStyle/>
          <a:p>
            <a:pPr algn="ctr" indent="0" marL="0">
              <a:buNone/>
            </a:pPr>
            <a:r>
              <a:rPr lang="en-US" sz="1400" i="1" dirty="0">
                <a:solidFill>
                  <a:schemeClr val="tx1"/>
                </a:solidFill>
                <a:latin typeface="Cambria" pitchFamily="34" charset="0"/>
                <a:ea typeface="Cambria" pitchFamily="34" charset="-122"/>
                <a:cs typeface="Cambria" pitchFamily="34" charset="-120"/>
              </a:rPr>
              <a:t>8th Grade Graduation</a:t>
            </a:r>
            <a:endParaRPr lang="en-US" sz="1400" dirty="0"/>
          </a:p>
        </p:txBody>
      </p:sp>
      <p:sp>
        <p:nvSpPr>
          <p:cNvPr id="7" name="Now frame"/>
          <p:cNvSpPr/>
          <p:nvPr/>
        </p:nvSpPr>
        <p:spPr>
          <a:xfrm rot="180000">
            <a:off x="6355080" y="928116"/>
            <a:ext cx="2103120" cy="3172968"/>
          </a:xfrm>
          <a:prstGeom prst="rect">
            <a:avLst/>
          </a:prstGeom>
          <a:solidFill>
            <a:schemeClr val="bg1"/>
          </a:solidFill>
          <a:ln/>
          <a:effectLst>
            <a:outerShdw sx="100000" sy="100000" kx="0" ky="0" algn="bl" rotWithShape="0" blurRad="101600" dist="38100" dir="5400000">
              <a:srgbClr val="000000">
                <a:alpha val="40000"/>
              </a:srgbClr>
            </a:outerShdw>
          </a:effectLst>
        </p:spPr>
      </p:sp>
      <p:pic>
        <p:nvPicPr>
          <p:cNvPr id="8" name="Now photo" descr="You now, in 11th grade">    </p:cNvPr>
          <p:cNvPicPr>
            <a:picLocks noChangeAspect="1"/>
          </p:cNvPicPr>
          <p:nvPr/>
        </p:nvPicPr>
        <p:blipFill>
          <a:blip r:embed="rId2"/>
          <a:stretch>
            <a:fillRect/>
          </a:stretch>
        </p:blipFill>
        <p:spPr>
          <a:xfrm rot="180000">
            <a:off x="6473901" y="1038082"/>
            <a:ext cx="1883664" cy="2606040"/>
          </a:xfrm>
          <a:prstGeom prst="rect">
            <a:avLst/>
          </a:prstGeom>
        </p:spPr>
      </p:pic>
      <p:sp>
        <p:nvSpPr>
          <p:cNvPr id="9" name="Now caption"/>
          <p:cNvSpPr txBox="1"/>
          <p:nvPr/>
        </p:nvSpPr>
        <p:spPr>
          <a:xfrm rot="180000">
            <a:off x="6393742" y="3642023"/>
            <a:ext cx="1883664" cy="457200"/>
          </a:xfrm>
          <a:prstGeom prst="rect">
            <a:avLst/>
          </a:prstGeom>
          <a:noFill/>
          <a:ln/>
        </p:spPr>
        <p:txBody>
          <a:bodyPr wrap="square" lIns="0" tIns="0" rIns="0" bIns="0" rtlCol="0" anchor="ctr"/>
          <a:lstStyle/>
          <a:p>
            <a:pPr algn="ctr" indent="0" marL="0">
              <a:buNone/>
            </a:pPr>
            <a:r>
              <a:rPr lang="en-US" sz="1400" i="1" dirty="0">
                <a:solidFill>
                  <a:schemeClr val="tx1"/>
                </a:solidFill>
                <a:latin typeface="Cambria" pitchFamily="34" charset="0"/>
                <a:ea typeface="Cambria" pitchFamily="34" charset="-122"/>
                <a:cs typeface="Cambria" pitchFamily="34" charset="-120"/>
              </a:rPr>
              <a:t>11th Grade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663440" y="1280160"/>
            <a:ext cx="3840480" cy="365760"/>
          </a:xfrm>
          <a:prstGeom prst="rect">
            <a:avLst/>
          </a:prstGeom>
          <a:noFill/>
          <a:ln/>
        </p:spPr>
        <p:txBody>
          <a:bodyPr wrap="square" lIns="0" tIns="0" rIns="0" bIns="0" rtlCol="0" anchor="b"/>
          <a:lstStyle/>
          <a:p>
            <a:pPr indent="0" marL="0">
              <a:buNone/>
            </a:pPr>
            <a:r>
              <a:rPr lang="en-US" sz="1600" b="1" spc="400" kern="0" dirty="0">
                <a:solidFill>
                  <a:schemeClr val="accent1"/>
                </a:solidFill>
              </a:rPr>
              <a:t>CARING · DEDICATED</a:t>
            </a:r>
            <a:endParaRPr lang="en-US" sz="1600" dirty="0"/>
          </a:p>
        </p:txBody>
      </p:sp>
      <p:sp>
        <p:nvSpPr>
          <p:cNvPr id="3" name="Text 0"/>
          <p:cNvSpPr/>
          <p:nvPr>
            <p:ph idx="101" type="title" hasCustomPrompt="1"/>
          </p:nvPr>
        </p:nvSpPr>
        <p:spPr>
          <a:xfrm>
            <a:off x="4663440" y="1691640"/>
            <a:ext cx="3931920" cy="1554480"/>
          </a:xfrm>
          <a:prstGeom prst="rect">
            <a:avLst/>
          </a:prstGeom>
          <a:noFill/>
          <a:ln/>
        </p:spPr>
        <p:txBody>
          <a:bodyPr wrap="square" lIns="0" tIns="0" rIns="0" bIns="0" rtlCol="0" anchor="t"/>
          <a:lstStyle/>
          <a:p>
            <a:pPr algn="l" indent="0" marL="0">
              <a:buNone/>
            </a:pPr>
            <a:r>
              <a:rPr lang="en-US" sz="4400" b="1" dirty="0">
                <a:solidFill>
                  <a:schemeClr val="bg1"/>
                </a:solidFill>
              </a:rPr>
              <a:t>Thank You, Mrs. Teske</a:t>
            </a:r>
            <a:endParaRPr lang="en-US" sz="4400" dirty="0"/>
          </a:p>
        </p:txBody>
      </p:sp>
      <p:sp>
        <p:nvSpPr>
          <p:cNvPr id="4" name="Thanks frame"/>
          <p:cNvSpPr/>
          <p:nvPr/>
        </p:nvSpPr>
        <p:spPr>
          <a:xfrm rot="-120000">
            <a:off x="1508760" y="1133856"/>
            <a:ext cx="2468880" cy="2852928"/>
          </a:xfrm>
          <a:prstGeom prst="rect">
            <a:avLst/>
          </a:prstGeom>
          <a:solidFill>
            <a:schemeClr val="bg1"/>
          </a:solidFill>
          <a:ln/>
          <a:effectLst>
            <a:outerShdw sx="100000" sy="100000" kx="0" ky="0" algn="bl" rotWithShape="0" blurRad="101600" dist="38100" dir="5400000">
              <a:srgbClr val="000000">
                <a:alpha val="40000"/>
              </a:srgbClr>
            </a:outerShdw>
          </a:effectLst>
        </p:spPr>
      </p:sp>
      <p:pic>
        <p:nvPicPr>
          <p:cNvPr id="5" name="Thanks photo" descr="Mrs. Teske and her husband">    </p:cNvPr>
          <p:cNvPicPr>
            <a:picLocks noChangeAspect="1"/>
          </p:cNvPicPr>
          <p:nvPr/>
        </p:nvPicPr>
        <p:blipFill>
          <a:blip r:embed="rId1"/>
          <a:stretch>
            <a:fillRect/>
          </a:stretch>
        </p:blipFill>
        <p:spPr>
          <a:xfrm rot="-120000">
            <a:off x="1612425" y="1243690"/>
            <a:ext cx="2249424" cy="2286000"/>
          </a:xfrm>
          <a:prstGeom prst="rect">
            <a:avLst/>
          </a:prstGeom>
        </p:spPr>
      </p:pic>
      <p:sp>
        <p:nvSpPr>
          <p:cNvPr id="6" name="Thanks caption"/>
          <p:cNvSpPr txBox="1"/>
          <p:nvPr/>
        </p:nvSpPr>
        <p:spPr>
          <a:xfrm rot="-120000">
            <a:off x="1660293" y="3528854"/>
            <a:ext cx="2249424" cy="457200"/>
          </a:xfrm>
          <a:prstGeom prst="rect">
            <a:avLst/>
          </a:prstGeom>
          <a:noFill/>
          <a:ln/>
        </p:spPr>
        <p:txBody>
          <a:bodyPr wrap="square" lIns="0" tIns="0" rIns="0" bIns="0" rtlCol="0" anchor="ctr"/>
          <a:lstStyle/>
          <a:p>
            <a:pPr algn="ctr" indent="0" marL="0">
              <a:buNone/>
            </a:pPr>
            <a:r>
              <a:rPr lang="en-US" sz="1400" i="1" dirty="0">
                <a:solidFill>
                  <a:schemeClr val="tx1"/>
                </a:solidFill>
                <a:latin typeface="Cambria" pitchFamily="34" charset="0"/>
                <a:ea typeface="Cambria" pitchFamily="34" charset="-122"/>
                <a:cs typeface="Cambria" pitchFamily="34" charset="-120"/>
              </a:rPr>
              <a:t>Mrs. Teske &amp; Her Husband</a:t>
            </a:r>
            <a:endParaRPr lang="en-US" sz="1400" dirty="0"/>
          </a:p>
        </p:txBody>
      </p:sp>
    </p:spTree>
  </p:cSld>
  <p:clrMapOvr>
    <a:masterClrMapping/>
  </p:clrMapOvr>
</p:sld>
</file>

<file path=ppt/theme/theme1.xml><?xml version="1.0" encoding="utf-8"?>
<a:theme xmlns:a="http://schemas.openxmlformats.org/drawingml/2006/main" name="Chalkboard Tribute">
  <a:themeElements>
    <a:clrScheme name="Chalkboard Tribute">
      <a:dk1>
        <a:srgbClr val="1F2A24"/>
      </a:dk1>
      <a:lt1>
        <a:srgbClr val="FFFFFF"/>
      </a:lt1>
      <a:dk2>
        <a:srgbClr val="26392F"/>
      </a:dk2>
      <a:lt2>
        <a:srgbClr val="F7F4EC"/>
      </a:lt2>
      <a:accent1>
        <a:srgbClr val="F2C14E"/>
      </a:accent1>
      <a:accent2>
        <a:srgbClr val="CBD3CC"/>
      </a:accent2>
      <a:accent3>
        <a:srgbClr val="E07A5F"/>
      </a:accent3>
      <a:accent4>
        <a:srgbClr val="8FB39B"/>
      </a:accent4>
      <a:accent5>
        <a:srgbClr val="5B7B67"/>
      </a:accent5>
      <a:accent6>
        <a:srgbClr val="3D5446"/>
      </a:accent6>
      <a:hlink>
        <a:srgbClr val="F2C14E"/>
      </a:hlink>
      <a:folHlink>
        <a:srgbClr val="CBD3CC"/>
      </a:folHlink>
    </a:clrScheme>
    <a:fontScheme name="Chalkboard Tribu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Tribute to Mrs. Teske</dc:title>
  <dc:subject>PptxGenJS Presentation</dc:subject>
  <dc:creator>Christian Kidwell</dc:creator>
  <cp:lastModifiedBy>Christian Kidwell</cp:lastModifiedBy>
  <cp:revision>1</cp:revision>
  <dcterms:created xsi:type="dcterms:W3CDTF">2026-10-14T04:12:59Z</dcterms:created>
  <dcterms:modified xsi:type="dcterms:W3CDTF">2026-10-14T04:12:59Z</dcterms:modified>
</cp:coreProperties>
</file>